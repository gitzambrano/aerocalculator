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40446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9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83" autoAdjust="0"/>
    <p:restoredTop sz="94660"/>
  </p:normalViewPr>
  <p:slideViewPr>
    <p:cSldViewPr snapToGrid="0">
      <p:cViewPr varScale="1">
        <p:scale>
          <a:sx n="81" d="100"/>
          <a:sy n="81" d="100"/>
        </p:scale>
        <p:origin x="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59D0D-8E64-4138-80A2-44BE2C399735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" y="1143000"/>
            <a:ext cx="6318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33E50-3DD4-492A-B49F-D9D4D01288D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819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733E50-3DD4-492A-B49F-D9D4D01288D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008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5577" y="1122363"/>
            <a:ext cx="105334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5577" y="3602038"/>
            <a:ext cx="1053346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388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274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252" y="1709739"/>
            <a:ext cx="12113479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8252" y="4589464"/>
            <a:ext cx="1211347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46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5567" y="1825625"/>
            <a:ext cx="596896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0085" y="1825625"/>
            <a:ext cx="596896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170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396" y="365126"/>
            <a:ext cx="12113479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397" y="1681163"/>
            <a:ext cx="594152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7397" y="2505075"/>
            <a:ext cx="594152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10085" y="1681163"/>
            <a:ext cx="59707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10085" y="2505075"/>
            <a:ext cx="597079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45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002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441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397" y="457200"/>
            <a:ext cx="452975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0790" y="987426"/>
            <a:ext cx="711008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7397" y="2057400"/>
            <a:ext cx="452975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623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397" y="457200"/>
            <a:ext cx="452975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0790" y="987426"/>
            <a:ext cx="711008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7397" y="2057400"/>
            <a:ext cx="452975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84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263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0676" y="365125"/>
            <a:ext cx="302837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5567" y="365125"/>
            <a:ext cx="890955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0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5567" y="365126"/>
            <a:ext cx="121134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5567" y="1825625"/>
            <a:ext cx="121134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5567" y="6356351"/>
            <a:ext cx="316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35FDDA-2620-4322-B5C8-109A70C08A76}" type="datetimeFigureOut">
              <a:rPr lang="pt-BR" smtClean="0"/>
              <a:t>29/01/2025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2278" y="6356351"/>
            <a:ext cx="47400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9008" y="6356351"/>
            <a:ext cx="3160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26E725-0029-4DAA-AB06-70EEB41BD20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316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70C91C-83B7-3485-9A20-9A2762FE1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673" y="2577369"/>
            <a:ext cx="9144000" cy="1655762"/>
          </a:xfrm>
        </p:spPr>
        <p:txBody>
          <a:bodyPr>
            <a:normAutofit fontScale="85000" lnSpcReduction="10000"/>
          </a:bodyPr>
          <a:lstStyle/>
          <a:p>
            <a:r>
              <a:rPr lang="pt-BR" sz="13300" dirty="0" err="1">
                <a:solidFill>
                  <a:schemeClr val="bg1"/>
                </a:solidFill>
                <a:latin typeface="Xenara" panose="02000806020000020004" pitchFamily="2" charset="0"/>
              </a:rPr>
              <a:t>eroCalculator</a:t>
            </a:r>
            <a:endParaRPr lang="pt-BR" sz="13300" dirty="0">
              <a:solidFill>
                <a:schemeClr val="bg1"/>
              </a:solidFill>
              <a:latin typeface="Xenara" panose="02000806020000020004" pitchFamily="2" charset="0"/>
            </a:endParaRPr>
          </a:p>
        </p:txBody>
      </p:sp>
      <p:pic>
        <p:nvPicPr>
          <p:cNvPr id="9" name="Picture 8" descr="A white triangle with a black background&#10;&#10;Description automatically generated">
            <a:extLst>
              <a:ext uri="{FF2B5EF4-FFF2-40B4-BE49-F238E27FC236}">
                <a16:creationId xmlns:a16="http://schemas.microsoft.com/office/drawing/2014/main" id="{F8690A42-4F86-4A78-57BF-0B519BE19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384" y="140494"/>
            <a:ext cx="5814367" cy="58143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CC5A9F-C227-6A1A-80D9-558297684858}"/>
              </a:ext>
            </a:extLst>
          </p:cNvPr>
          <p:cNvSpPr txBox="1"/>
          <p:nvPr/>
        </p:nvSpPr>
        <p:spPr>
          <a:xfrm>
            <a:off x="285009" y="5709067"/>
            <a:ext cx="14044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 err="1">
                <a:solidFill>
                  <a:srgbClr val="FFFF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Aircraft</a:t>
            </a:r>
            <a:r>
              <a:rPr lang="pt-BR" sz="3600" dirty="0">
                <a:solidFill>
                  <a:srgbClr val="FFFF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design </a:t>
            </a:r>
            <a:r>
              <a:rPr lang="pt-BR" sz="3600" dirty="0" err="1">
                <a:solidFill>
                  <a:srgbClr val="FFFF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at</a:t>
            </a:r>
            <a:r>
              <a:rPr lang="pt-BR" sz="3600" dirty="0">
                <a:solidFill>
                  <a:srgbClr val="FFFF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3600" dirty="0" err="1">
                <a:solidFill>
                  <a:srgbClr val="FFFF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your</a:t>
            </a:r>
            <a:r>
              <a:rPr lang="pt-BR" sz="3600" dirty="0">
                <a:solidFill>
                  <a:srgbClr val="FFFF99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pocket.</a:t>
            </a:r>
          </a:p>
        </p:txBody>
      </p:sp>
    </p:spTree>
    <p:extLst>
      <p:ext uri="{BB962C8B-B14F-4D97-AF65-F5344CB8AC3E}">
        <p14:creationId xmlns:p14="http://schemas.microsoft.com/office/powerpoint/2010/main" val="4145174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Verdana</vt:lpstr>
      <vt:lpstr>Xenara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JOSE ZAMBRANO</dc:creator>
  <cp:lastModifiedBy>GUSTAVO JOSE ZAMBRANO</cp:lastModifiedBy>
  <cp:revision>1</cp:revision>
  <dcterms:created xsi:type="dcterms:W3CDTF">2025-01-29T16:41:19Z</dcterms:created>
  <dcterms:modified xsi:type="dcterms:W3CDTF">2025-01-29T17:29:10Z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73a14a-a193-4045-ac5d-aaf6a6ce3cef_Enabled">
    <vt:lpwstr>true</vt:lpwstr>
  </property>
  <property fmtid="{D5CDD505-2E9C-101B-9397-08002B2CF9AE}" pid="3" name="MSIP_Label_4b73a14a-a193-4045-ac5d-aaf6a6ce3cef_SetDate">
    <vt:lpwstr>2025-01-29T17:29:10Z</vt:lpwstr>
  </property>
  <property fmtid="{D5CDD505-2E9C-101B-9397-08002B2CF9AE}" pid="4" name="MSIP_Label_4b73a14a-a193-4045-ac5d-aaf6a6ce3cef_Method">
    <vt:lpwstr>Privileged</vt:lpwstr>
  </property>
  <property fmtid="{D5CDD505-2E9C-101B-9397-08002B2CF9AE}" pid="5" name="MSIP_Label_4b73a14a-a193-4045-ac5d-aaf6a6ce3cef_Name">
    <vt:lpwstr>Public</vt:lpwstr>
  </property>
  <property fmtid="{D5CDD505-2E9C-101B-9397-08002B2CF9AE}" pid="6" name="MSIP_Label_4b73a14a-a193-4045-ac5d-aaf6a6ce3cef_SiteId">
    <vt:lpwstr>1b5ba8a2-315d-45ce-959a-42b748c01de7</vt:lpwstr>
  </property>
  <property fmtid="{D5CDD505-2E9C-101B-9397-08002B2CF9AE}" pid="7" name="MSIP_Label_4b73a14a-a193-4045-ac5d-aaf6a6ce3cef_ActionId">
    <vt:lpwstr>2e14e311-06fa-47e3-99c6-c1dc6da586ea</vt:lpwstr>
  </property>
  <property fmtid="{D5CDD505-2E9C-101B-9397-08002B2CF9AE}" pid="8" name="MSIP_Label_4b73a14a-a193-4045-ac5d-aaf6a6ce3cef_ContentBits">
    <vt:lpwstr>0</vt:lpwstr>
  </property>
</Properties>
</file>